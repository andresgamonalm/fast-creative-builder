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11c103ae98416f" /><Relationship Type="http://schemas.openxmlformats.org/officeDocument/2006/relationships/extended-properties" Target="/docProps/app.xml" Id="Rf436e5293e9b4e20" /><Relationship Type="http://schemas.openxmlformats.org/officeDocument/2006/relationships/officeDocument" Target="/ppt/presentation.xml" Id="Rb04bed6799ea44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41269a92f1493a"/>
  </p:sldMasterIdLst>
  <p:notesMasterIdLst>
    <p:notesMasterId xmlns:r="http://schemas.openxmlformats.org/officeDocument/2006/relationships" r:id="Rd83da6eaa8a84e49"/>
  </p:notesMasterIdLst>
  <p:sldIdLst>
    <p:sldId xmlns:r="http://schemas.openxmlformats.org/officeDocument/2006/relationships" id="256" r:id="R2d8f45d1b2734f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df3fb63a8b4627" /><Relationship Type="http://schemas.openxmlformats.org/officeDocument/2006/relationships/slideMaster" Target="/ppt/slideMasters/slideMaster1.xml" Id="Rf141269a92f1493a" /><Relationship Type="http://schemas.openxmlformats.org/officeDocument/2006/relationships/notesMaster" Target="/ppt/notesMasters/notesMaster1.xml" Id="Rd83da6eaa8a84e49" /><Relationship Type="http://schemas.openxmlformats.org/officeDocument/2006/relationships/presProps" Target="/ppt/presProps.xml" Id="Ra31ba70302c34585" /><Relationship Type="http://schemas.openxmlformats.org/officeDocument/2006/relationships/tableStyles" Target="/ppt/tableStyles.xml" Id="Rfea5823a60e44431" /><Relationship Type="http://schemas.openxmlformats.org/officeDocument/2006/relationships/slide" Target="/ppt/slides/slide1.xml" Id="R2d8f45d1b2734f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22dba76b1847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aec1f87b034048" /><Relationship Type="http://schemas.openxmlformats.org/officeDocument/2006/relationships/notesMaster" Target="/ppt/notesMasters/notesMaster1.xml" Id="Rd0657ae215b246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5599379d846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5f2d9766b44441" /><Relationship Type="http://schemas.openxmlformats.org/officeDocument/2006/relationships/slideLayout" Target="/ppt/slideLayouts/slideLayout1.xml" Id="R2e857c0e21a14d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857c0e21a14d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2f1f24a0d454a" /><Relationship Type="http://schemas.openxmlformats.org/officeDocument/2006/relationships/notesSlide" Target="/ppt/notesSlides/notesSlide1.xml" Id="R8fe50fae75c042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itle">
            <a:extLst xmlns:a="http://schemas.openxmlformats.org/drawingml/2006/main">
              <a:ext uri="{FF2B5EF4-FFF2-40B4-BE49-F238E27FC236}">
                <a16:creationId xmlns:a16="http://schemas.microsoft.com/office/drawing/2014/main" id="{31AA1CF2-D1A2-4151-9AE0-A1CF3BE6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3366F"/>
                </a:solidFill>
              </a:defRPr>
            </a:pPr>
            <a:r>
              <a:rPr sz="3000" b="1">
                <a:solidFill>
                  <a:srgbClr val="23366F"/>
                </a:solidFill>
              </a:rPr>
              <a:t>Paleta de colores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13672C-8C98-4C70-AFA6-D45F53A2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167AE"/>
                </a:solidFill>
              </a:defRPr>
            </a:pPr>
            <a:r>
              <a:rPr sz="1350" b="1">
                <a:solidFill>
                  <a:srgbClr val="2167AE"/>
                </a:solidFill>
              </a:rPr>
              <a:t>Fast Creative Builder</a:t>
            </a:r>
          </a:p>
        </p:txBody>
      </p:sp>
      <p:sp>
        <p:nvSpPr>
          <p:cNvPr id="3" name="swatch-1">
            <a:extLst xmlns:a="http://schemas.openxmlformats.org/drawingml/2006/main">
              <a:ext uri="{FF2B5EF4-FFF2-40B4-BE49-F238E27FC236}">
                <a16:creationId xmlns:a16="http://schemas.microsoft.com/office/drawing/2014/main" id="{663CB7A9-9462-4B27-8B5C-F325DDFD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29718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3366F"/>
          </a:solidFill>
          <a:ln xmlns:a="http://schemas.openxmlformats.org/drawingml/2006/main" w="9525">
            <a:solidFill>
              <a:srgbClr val="23366F"/>
            </a:solidFill>
            <a:prstDash val="solid"/>
          </a:ln>
        </p:spPr>
      </p:sp>
      <p:sp>
        <p:nvSpPr>
          <p:cNvPr id="4" name="name-1">
            <a:extLst xmlns:a="http://schemas.openxmlformats.org/drawingml/2006/main">
              <a:ext uri="{FF2B5EF4-FFF2-40B4-BE49-F238E27FC236}">
                <a16:creationId xmlns:a16="http://schemas.microsoft.com/office/drawing/2014/main" id="{783603F0-7443-4B4C-A1BB-3ACDBD3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382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66F"/>
                </a:solidFill>
              </a:defRPr>
            </a:pPr>
            <a:r>
              <a:rPr sz="1650" b="0">
                <a:solidFill>
                  <a:srgbClr val="23366F"/>
                </a:solidFill>
              </a:rPr>
              <a:t>Azul oscuro</a:t>
            </a:r>
          </a:p>
        </p:txBody>
      </p:sp>
      <p:sp>
        <p:nvSpPr>
          <p:cNvPr id="5" name="hex-1">
            <a:extLst xmlns:a="http://schemas.openxmlformats.org/drawingml/2006/main">
              <a:ext uri="{FF2B5EF4-FFF2-40B4-BE49-F238E27FC236}">
                <a16:creationId xmlns:a16="http://schemas.microsoft.com/office/drawing/2014/main" id="{06A6A9B6-4BBE-48B8-A47D-B49F6FCE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28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66F"/>
                </a:solidFill>
              </a:defRPr>
            </a:pPr>
            <a:r>
              <a:rPr sz="1800" b="1">
                <a:solidFill>
                  <a:srgbClr val="23366F"/>
                </a:solidFill>
              </a:rPr>
              <a:t>#23366F</a:t>
            </a:r>
          </a:p>
        </p:txBody>
      </p:sp>
      <p:sp>
        <p:nvSpPr>
          <p:cNvPr id="6" name="swatch-2">
            <a:extLst xmlns:a="http://schemas.openxmlformats.org/drawingml/2006/main">
              <a:ext uri="{FF2B5EF4-FFF2-40B4-BE49-F238E27FC236}">
                <a16:creationId xmlns:a16="http://schemas.microsoft.com/office/drawing/2014/main" id="{E78AF0FD-9958-4DB8-9521-B6DBE5FE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9718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67AE"/>
          </a:solidFill>
          <a:ln xmlns:a="http://schemas.openxmlformats.org/drawingml/2006/main" w="9525">
            <a:solidFill>
              <a:srgbClr val="2167AE"/>
            </a:solidFill>
            <a:prstDash val="solid"/>
          </a:ln>
        </p:spPr>
      </p:sp>
      <p:sp>
        <p:nvSpPr>
          <p:cNvPr id="7" name="name-2">
            <a:extLst xmlns:a="http://schemas.openxmlformats.org/drawingml/2006/main">
              <a:ext uri="{FF2B5EF4-FFF2-40B4-BE49-F238E27FC236}">
                <a16:creationId xmlns:a16="http://schemas.microsoft.com/office/drawing/2014/main" id="{84F388CF-E407-4A68-B5AD-7D2EC7AB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430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66F"/>
                </a:solidFill>
              </a:defRPr>
            </a:pPr>
            <a:r>
              <a:rPr sz="1650" b="0">
                <a:solidFill>
                  <a:srgbClr val="23366F"/>
                </a:solidFill>
              </a:rPr>
              <a:t>Azul de Zúrich</a:t>
            </a:r>
          </a:p>
        </p:txBody>
      </p:sp>
      <p:sp>
        <p:nvSpPr>
          <p:cNvPr id="8" name="hex-2">
            <a:extLst xmlns:a="http://schemas.openxmlformats.org/drawingml/2006/main">
              <a:ext uri="{FF2B5EF4-FFF2-40B4-BE49-F238E27FC236}">
                <a16:creationId xmlns:a16="http://schemas.microsoft.com/office/drawing/2014/main" id="{42790046-6055-4880-94E5-3B27E292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335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66F"/>
                </a:solidFill>
              </a:defRPr>
            </a:pPr>
            <a:r>
              <a:rPr sz="1800" b="1">
                <a:solidFill>
                  <a:srgbClr val="23366F"/>
                </a:solidFill>
              </a:rPr>
              <a:t>#2167AE</a:t>
            </a:r>
          </a:p>
        </p:txBody>
      </p:sp>
      <p:sp>
        <p:nvSpPr>
          <p:cNvPr id="9" name="swatch-3">
            <a:extLst xmlns:a="http://schemas.openxmlformats.org/drawingml/2006/main">
              <a:ext uri="{FF2B5EF4-FFF2-40B4-BE49-F238E27FC236}">
                <a16:creationId xmlns:a16="http://schemas.microsoft.com/office/drawing/2014/main" id="{D77D3DD3-F2C5-4926-B7B3-6A2275ED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9718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495CF"/>
          </a:solidFill>
          <a:ln xmlns:a="http://schemas.openxmlformats.org/drawingml/2006/main" w="9525">
            <a:solidFill>
              <a:srgbClr val="5495CF"/>
            </a:solidFill>
            <a:prstDash val="solid"/>
          </a:ln>
        </p:spPr>
      </p:sp>
      <p:sp>
        <p:nvSpPr>
          <p:cNvPr id="10" name="name-3">
            <a:extLst xmlns:a="http://schemas.openxmlformats.org/drawingml/2006/main">
              <a:ext uri="{FF2B5EF4-FFF2-40B4-BE49-F238E27FC236}">
                <a16:creationId xmlns:a16="http://schemas.microsoft.com/office/drawing/2014/main" id="{1EA6A7B6-0801-452F-BB58-6024F969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47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66F"/>
                </a:solidFill>
              </a:defRPr>
            </a:pPr>
            <a:r>
              <a:rPr sz="1650" b="0">
                <a:solidFill>
                  <a:srgbClr val="23366F"/>
                </a:solidFill>
              </a:rPr>
              <a:t>Azul medio</a:t>
            </a:r>
          </a:p>
        </p:txBody>
      </p:sp>
      <p:sp>
        <p:nvSpPr>
          <p:cNvPr id="11" name="hex-3">
            <a:extLst xmlns:a="http://schemas.openxmlformats.org/drawingml/2006/main">
              <a:ext uri="{FF2B5EF4-FFF2-40B4-BE49-F238E27FC236}">
                <a16:creationId xmlns:a16="http://schemas.microsoft.com/office/drawing/2014/main" id="{B8C9B923-ED39-4486-BB01-E9986B1D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66F"/>
                </a:solidFill>
              </a:defRPr>
            </a:pPr>
            <a:r>
              <a:rPr sz="1800" b="1">
                <a:solidFill>
                  <a:srgbClr val="23366F"/>
                </a:solidFill>
              </a:rPr>
              <a:t>#5495CF</a:t>
            </a:r>
          </a:p>
        </p:txBody>
      </p:sp>
      <p:sp>
        <p:nvSpPr>
          <p:cNvPr id="12" name="swatch-4">
            <a:extLst xmlns:a="http://schemas.openxmlformats.org/drawingml/2006/main">
              <a:ext uri="{FF2B5EF4-FFF2-40B4-BE49-F238E27FC236}">
                <a16:creationId xmlns:a16="http://schemas.microsoft.com/office/drawing/2014/main" id="{410C9030-9593-4CB0-AF55-D409FFA7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29718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91BFE3"/>
          </a:solidFill>
          <a:ln xmlns:a="http://schemas.openxmlformats.org/drawingml/2006/main" w="9525">
            <a:solidFill>
              <a:srgbClr val="91BFE3"/>
            </a:solidFill>
            <a:prstDash val="solid"/>
          </a:ln>
        </p:spPr>
      </p:sp>
      <p:sp>
        <p:nvSpPr>
          <p:cNvPr id="13" name="name-4">
            <a:extLst xmlns:a="http://schemas.openxmlformats.org/drawingml/2006/main">
              <a:ext uri="{FF2B5EF4-FFF2-40B4-BE49-F238E27FC236}">
                <a16:creationId xmlns:a16="http://schemas.microsoft.com/office/drawing/2014/main" id="{38F0BA7C-24E0-4725-B365-5924DF30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52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66F"/>
                </a:solidFill>
              </a:defRPr>
            </a:pPr>
            <a:r>
              <a:rPr sz="1650" b="0">
                <a:solidFill>
                  <a:srgbClr val="23366F"/>
                </a:solidFill>
              </a:rPr>
              <a:t>Azul claro</a:t>
            </a:r>
          </a:p>
        </p:txBody>
      </p:sp>
      <p:sp>
        <p:nvSpPr>
          <p:cNvPr id="14" name="hex-4">
            <a:extLst xmlns:a="http://schemas.openxmlformats.org/drawingml/2006/main">
              <a:ext uri="{FF2B5EF4-FFF2-40B4-BE49-F238E27FC236}">
                <a16:creationId xmlns:a16="http://schemas.microsoft.com/office/drawing/2014/main" id="{A0321993-FA74-418B-81F9-28173727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431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66F"/>
                </a:solidFill>
              </a:defRPr>
            </a:pPr>
            <a:r>
              <a:rPr sz="1800" b="1">
                <a:solidFill>
                  <a:srgbClr val="23366F"/>
                </a:solidFill>
              </a:rPr>
              <a:t>#91BFE3</a:t>
            </a:r>
          </a:p>
        </p:txBody>
      </p:sp>
      <p:sp>
        <p:nvSpPr>
          <p:cNvPr id="15" name="swatch-5">
            <a:extLst xmlns:a="http://schemas.openxmlformats.org/drawingml/2006/main">
              <a:ext uri="{FF2B5EF4-FFF2-40B4-BE49-F238E27FC236}">
                <a16:creationId xmlns:a16="http://schemas.microsoft.com/office/drawing/2014/main" id="{7529B7C4-C5CC-44AF-B085-F1E26B90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9718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B1E6"/>
          </a:solidFill>
          <a:ln xmlns:a="http://schemas.openxmlformats.org/drawingml/2006/main" w="9525">
            <a:solidFill>
              <a:srgbClr val="1FB1E6"/>
            </a:solidFill>
            <a:prstDash val="solid"/>
          </a:ln>
        </p:spPr>
      </p:sp>
      <p:sp>
        <p:nvSpPr>
          <p:cNvPr id="16" name="name-5">
            <a:extLst xmlns:a="http://schemas.openxmlformats.org/drawingml/2006/main">
              <a:ext uri="{FF2B5EF4-FFF2-40B4-BE49-F238E27FC236}">
                <a16:creationId xmlns:a16="http://schemas.microsoft.com/office/drawing/2014/main" id="{4E970BA0-2A0D-468E-A7BE-143BC380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575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66F"/>
                </a:solidFill>
              </a:defRPr>
            </a:pPr>
            <a:r>
              <a:rPr sz="1650" b="0">
                <a:solidFill>
                  <a:srgbClr val="23366F"/>
                </a:solidFill>
              </a:rPr>
              <a:t>Celeste</a:t>
            </a:r>
          </a:p>
        </p:txBody>
      </p:sp>
      <p:sp>
        <p:nvSpPr>
          <p:cNvPr id="17" name="hex-5">
            <a:extLst xmlns:a="http://schemas.openxmlformats.org/drawingml/2006/main">
              <a:ext uri="{FF2B5EF4-FFF2-40B4-BE49-F238E27FC236}">
                <a16:creationId xmlns:a16="http://schemas.microsoft.com/office/drawing/2014/main" id="{DE1B5C66-F207-462E-AB59-F8869F7D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66F"/>
                </a:solidFill>
              </a:defRPr>
            </a:pPr>
            <a:r>
              <a:rPr sz="1800" b="1">
                <a:solidFill>
                  <a:srgbClr val="23366F"/>
                </a:solidFill>
              </a:rPr>
              <a:t>#1FB1E6</a:t>
            </a:r>
          </a:p>
        </p:txBody>
      </p:sp>
      <p:sp>
        <p:nvSpPr>
          <p:cNvPr id="18" name="swatch-6">
            <a:extLst xmlns:a="http://schemas.openxmlformats.org/drawingml/2006/main">
              <a:ext uri="{FF2B5EF4-FFF2-40B4-BE49-F238E27FC236}">
                <a16:creationId xmlns:a16="http://schemas.microsoft.com/office/drawing/2014/main" id="{980B457B-9B79-4705-ACFC-0D1C34E9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29718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AD2BD"/>
          </a:solidFill>
          <a:ln xmlns:a="http://schemas.openxmlformats.org/drawingml/2006/main" w="9525">
            <a:solidFill>
              <a:srgbClr val="DAD2BD"/>
            </a:solidFill>
            <a:prstDash val="solid"/>
          </a:ln>
        </p:spPr>
      </p:sp>
      <p:sp>
        <p:nvSpPr>
          <p:cNvPr id="19" name="name-6">
            <a:extLst xmlns:a="http://schemas.openxmlformats.org/drawingml/2006/main">
              <a:ext uri="{FF2B5EF4-FFF2-40B4-BE49-F238E27FC236}">
                <a16:creationId xmlns:a16="http://schemas.microsoft.com/office/drawing/2014/main" id="{2265506D-A12F-46A6-9B03-36E4311E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62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66F"/>
                </a:solidFill>
              </a:defRPr>
            </a:pPr>
            <a:r>
              <a:rPr sz="1650" b="0">
                <a:solidFill>
                  <a:srgbClr val="23366F"/>
                </a:solidFill>
              </a:rPr>
              <a:t>Piedra arenisca</a:t>
            </a:r>
          </a:p>
        </p:txBody>
      </p:sp>
      <p:sp>
        <p:nvSpPr>
          <p:cNvPr id="20" name="hex-6">
            <a:extLst xmlns:a="http://schemas.openxmlformats.org/drawingml/2006/main">
              <a:ext uri="{FF2B5EF4-FFF2-40B4-BE49-F238E27FC236}">
                <a16:creationId xmlns:a16="http://schemas.microsoft.com/office/drawing/2014/main" id="{5630B560-5EE8-4D95-AA19-E9ABD3AD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528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66F"/>
                </a:solidFill>
              </a:defRPr>
            </a:pPr>
            <a:r>
              <a:rPr sz="1800" b="1">
                <a:solidFill>
                  <a:srgbClr val="23366F"/>
                </a:solidFill>
              </a:rPr>
              <a:t>#DAD2BD</a:t>
            </a:r>
          </a:p>
        </p:txBody>
      </p:sp>
      <p:sp>
        <p:nvSpPr>
          <p:cNvPr id="21" name="swatch-7">
            <a:extLst xmlns:a="http://schemas.openxmlformats.org/drawingml/2006/main">
              <a:ext uri="{FF2B5EF4-FFF2-40B4-BE49-F238E27FC236}">
                <a16:creationId xmlns:a16="http://schemas.microsoft.com/office/drawing/2014/main" id="{0B889F8E-54B5-4722-A006-E9B60352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9718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E4E3"/>
          </a:solidFill>
          <a:ln xmlns:a="http://schemas.openxmlformats.org/drawingml/2006/main" w="9525">
            <a:solidFill>
              <a:srgbClr val="DDE4E3"/>
            </a:solidFill>
            <a:prstDash val="solid"/>
          </a:ln>
        </p:spPr>
      </p:sp>
      <p:sp>
        <p:nvSpPr>
          <p:cNvPr id="22" name="name-7">
            <a:extLst xmlns:a="http://schemas.openxmlformats.org/drawingml/2006/main">
              <a:ext uri="{FF2B5EF4-FFF2-40B4-BE49-F238E27FC236}">
                <a16:creationId xmlns:a16="http://schemas.microsoft.com/office/drawing/2014/main" id="{E11EED0C-22BB-4548-83DC-0687BA0A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671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66F"/>
                </a:solidFill>
              </a:defRPr>
            </a:pPr>
            <a:r>
              <a:rPr sz="1650" b="0">
                <a:solidFill>
                  <a:srgbClr val="23366F"/>
                </a:solidFill>
              </a:rPr>
              <a:t>Paloma</a:t>
            </a:r>
          </a:p>
        </p:txBody>
      </p:sp>
      <p:sp>
        <p:nvSpPr>
          <p:cNvPr id="23" name="hex-7">
            <a:extLst xmlns:a="http://schemas.openxmlformats.org/drawingml/2006/main">
              <a:ext uri="{FF2B5EF4-FFF2-40B4-BE49-F238E27FC236}">
                <a16:creationId xmlns:a16="http://schemas.microsoft.com/office/drawing/2014/main" id="{FEF60B77-C6FD-4EE9-BF61-C8946962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66F"/>
                </a:solidFill>
              </a:defRPr>
            </a:pPr>
            <a:r>
              <a:rPr sz="1800" b="1">
                <a:solidFill>
                  <a:srgbClr val="23366F"/>
                </a:solidFill>
              </a:rPr>
              <a:t>#DDE4E3</a:t>
            </a:r>
          </a:p>
        </p:txBody>
      </p:sp>
      <p:sp>
        <p:nvSpPr>
          <p:cNvPr id="24" name="swatch-8">
            <a:extLst xmlns:a="http://schemas.openxmlformats.org/drawingml/2006/main">
              <a:ext uri="{FF2B5EF4-FFF2-40B4-BE49-F238E27FC236}">
                <a16:creationId xmlns:a16="http://schemas.microsoft.com/office/drawing/2014/main" id="{09077791-E576-4C57-9A4E-1C1A3746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29718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EEEF"/>
          </a:solidFill>
          <a:ln xmlns:a="http://schemas.openxmlformats.org/drawingml/2006/main" w="9525">
            <a:solidFill>
              <a:srgbClr val="ECEEEF"/>
            </a:solidFill>
            <a:prstDash val="solid"/>
          </a:ln>
        </p:spPr>
      </p:sp>
      <p:sp>
        <p:nvSpPr>
          <p:cNvPr id="25" name="name-8">
            <a:extLst xmlns:a="http://schemas.openxmlformats.org/drawingml/2006/main">
              <a:ext uri="{FF2B5EF4-FFF2-40B4-BE49-F238E27FC236}">
                <a16:creationId xmlns:a16="http://schemas.microsoft.com/office/drawing/2014/main" id="{BB3AFE10-3249-4898-98C3-323F6286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66F"/>
                </a:solidFill>
              </a:defRPr>
            </a:pPr>
            <a:r>
              <a:rPr sz="1650" b="0">
                <a:solidFill>
                  <a:srgbClr val="23366F"/>
                </a:solidFill>
              </a:rPr>
              <a:t>Blanco de Zúrich</a:t>
            </a:r>
          </a:p>
        </p:txBody>
      </p:sp>
      <p:sp>
        <p:nvSpPr>
          <p:cNvPr id="26" name="hex-8">
            <a:extLst xmlns:a="http://schemas.openxmlformats.org/drawingml/2006/main">
              <a:ext uri="{FF2B5EF4-FFF2-40B4-BE49-F238E27FC236}">
                <a16:creationId xmlns:a16="http://schemas.microsoft.com/office/drawing/2014/main" id="{CA69249D-9E2D-49AB-847A-7BAC4D14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624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66F"/>
                </a:solidFill>
              </a:defRPr>
            </a:pPr>
            <a:r>
              <a:rPr sz="1800" b="1">
                <a:solidFill>
                  <a:srgbClr val="23366F"/>
                </a:solidFill>
              </a:rPr>
              <a:t>#ECEEEF</a:t>
            </a:r>
          </a:p>
        </p:txBody>
      </p:sp>
      <p:sp>
        <p:nvSpPr>
          <p:cNvPr id="27" name="swatch-9">
            <a:extLst xmlns:a="http://schemas.openxmlformats.org/drawingml/2006/main">
              <a:ext uri="{FF2B5EF4-FFF2-40B4-BE49-F238E27FC236}">
                <a16:creationId xmlns:a16="http://schemas.microsoft.com/office/drawing/2014/main" id="{5BE7B886-2DFC-423D-9990-29DBA90D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29718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6E9AB"/>
          </a:solidFill>
          <a:ln xmlns:a="http://schemas.openxmlformats.org/drawingml/2006/main" w="9525">
            <a:solidFill>
              <a:srgbClr val="A6E9AB"/>
            </a:solidFill>
            <a:prstDash val="solid"/>
          </a:ln>
        </p:spPr>
      </p:sp>
      <p:sp>
        <p:nvSpPr>
          <p:cNvPr id="28" name="name-9">
            <a:extLst xmlns:a="http://schemas.openxmlformats.org/drawingml/2006/main">
              <a:ext uri="{FF2B5EF4-FFF2-40B4-BE49-F238E27FC236}">
                <a16:creationId xmlns:a16="http://schemas.microsoft.com/office/drawing/2014/main" id="{187A9F7E-8800-4E68-8C76-37F9A44D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768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66F"/>
                </a:solidFill>
              </a:defRPr>
            </a:pPr>
            <a:r>
              <a:rPr sz="1650" b="0">
                <a:solidFill>
                  <a:srgbClr val="23366F"/>
                </a:solidFill>
              </a:rPr>
              <a:t>Menta</a:t>
            </a:r>
          </a:p>
        </p:txBody>
      </p:sp>
      <p:sp>
        <p:nvSpPr>
          <p:cNvPr id="29" name="hex-9">
            <a:extLst xmlns:a="http://schemas.openxmlformats.org/drawingml/2006/main">
              <a:ext uri="{FF2B5EF4-FFF2-40B4-BE49-F238E27FC236}">
                <a16:creationId xmlns:a16="http://schemas.microsoft.com/office/drawing/2014/main" id="{BB82FEDC-9B4D-44B7-986A-1E6FC509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66F"/>
                </a:solidFill>
              </a:defRPr>
            </a:pPr>
            <a:r>
              <a:rPr sz="1800" b="1">
                <a:solidFill>
                  <a:srgbClr val="23366F"/>
                </a:solidFill>
              </a:rPr>
              <a:t>#A6E9AB</a:t>
            </a:r>
          </a:p>
        </p:txBody>
      </p:sp>
      <p:sp>
        <p:nvSpPr>
          <p:cNvPr id="30" name="swatch-10">
            <a:extLst xmlns:a="http://schemas.openxmlformats.org/drawingml/2006/main">
              <a:ext uri="{FF2B5EF4-FFF2-40B4-BE49-F238E27FC236}">
                <a16:creationId xmlns:a16="http://schemas.microsoft.com/office/drawing/2014/main" id="{DCB100F7-CDA7-459A-89A6-5388BD03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29718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773"/>
          </a:solidFill>
          <a:ln xmlns:a="http://schemas.openxmlformats.org/drawingml/2006/main" w="9525">
            <a:solidFill>
              <a:srgbClr val="FFF773"/>
            </a:solidFill>
            <a:prstDash val="solid"/>
          </a:ln>
        </p:spPr>
      </p:sp>
      <p:sp>
        <p:nvSpPr>
          <p:cNvPr id="31" name="name-10">
            <a:extLst xmlns:a="http://schemas.openxmlformats.org/drawingml/2006/main">
              <a:ext uri="{FF2B5EF4-FFF2-40B4-BE49-F238E27FC236}">
                <a16:creationId xmlns:a16="http://schemas.microsoft.com/office/drawing/2014/main" id="{DC30CE33-FDF2-4837-85E3-7867CCE6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81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66F"/>
                </a:solidFill>
              </a:defRPr>
            </a:pPr>
            <a:r>
              <a:rPr sz="1650" b="0">
                <a:solidFill>
                  <a:srgbClr val="23366F"/>
                </a:solidFill>
              </a:rPr>
              <a:t>Limón</a:t>
            </a:r>
          </a:p>
        </p:txBody>
      </p:sp>
      <p:sp>
        <p:nvSpPr>
          <p:cNvPr id="32" name="hex-10">
            <a:extLst xmlns:a="http://schemas.openxmlformats.org/drawingml/2006/main">
              <a:ext uri="{FF2B5EF4-FFF2-40B4-BE49-F238E27FC236}">
                <a16:creationId xmlns:a16="http://schemas.microsoft.com/office/drawing/2014/main" id="{915E18DA-E78A-4B1F-AE2D-837BB445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721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66F"/>
                </a:solidFill>
              </a:defRPr>
            </a:pPr>
            <a:r>
              <a:rPr sz="1800" b="1">
                <a:solidFill>
                  <a:srgbClr val="23366F"/>
                </a:solidFill>
              </a:rPr>
              <a:t>#FFF773</a:t>
            </a:r>
          </a:p>
        </p:txBody>
      </p:sp>
      <p:sp>
        <p:nvSpPr>
          <p:cNvPr id="33" name="swatch-11">
            <a:extLst xmlns:a="http://schemas.openxmlformats.org/drawingml/2006/main">
              <a:ext uri="{FF2B5EF4-FFF2-40B4-BE49-F238E27FC236}">
                <a16:creationId xmlns:a16="http://schemas.microsoft.com/office/drawing/2014/main" id="{7E636B42-772C-4E4B-993B-1E6E5023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29718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7569"/>
          </a:solidFill>
          <a:ln xmlns:a="http://schemas.openxmlformats.org/drawingml/2006/main" w="9525">
            <a:solidFill>
              <a:srgbClr val="FF7569"/>
            </a:solidFill>
            <a:prstDash val="solid"/>
          </a:ln>
        </p:spPr>
      </p:sp>
      <p:sp>
        <p:nvSpPr>
          <p:cNvPr id="34" name="name-11">
            <a:extLst xmlns:a="http://schemas.openxmlformats.org/drawingml/2006/main">
              <a:ext uri="{FF2B5EF4-FFF2-40B4-BE49-F238E27FC236}">
                <a16:creationId xmlns:a16="http://schemas.microsoft.com/office/drawing/2014/main" id="{900269F3-C57B-424C-B637-45BADC3C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0864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66F"/>
                </a:solidFill>
              </a:defRPr>
            </a:pPr>
            <a:r>
              <a:rPr sz="1650" b="0">
                <a:solidFill>
                  <a:srgbClr val="23366F"/>
                </a:solidFill>
              </a:rPr>
              <a:t>Durazno</a:t>
            </a:r>
          </a:p>
        </p:txBody>
      </p:sp>
      <p:sp>
        <p:nvSpPr>
          <p:cNvPr id="35" name="hex-11">
            <a:extLst xmlns:a="http://schemas.openxmlformats.org/drawingml/2006/main">
              <a:ext uri="{FF2B5EF4-FFF2-40B4-BE49-F238E27FC236}">
                <a16:creationId xmlns:a16="http://schemas.microsoft.com/office/drawing/2014/main" id="{27111D03-A0BB-4702-BB8A-5BE938F0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76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66F"/>
                </a:solidFill>
              </a:defRPr>
            </a:pPr>
            <a:r>
              <a:rPr sz="1800" b="1">
                <a:solidFill>
                  <a:srgbClr val="23366F"/>
                </a:solidFill>
              </a:rPr>
              <a:t>#FF7569</a:t>
            </a:r>
          </a:p>
        </p:txBody>
      </p:sp>
    </p:spTree>
    <p:extLst>
      <p:ext uri="{BB962C8B-B14F-4D97-AF65-F5344CB8AC3E}">
        <p14:creationId xmlns:p14="http://schemas.microsoft.com/office/powerpoint/2010/main" val="1628083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2026-09-06T06:22:04.5250000Z</dcterms:created>
  <dcterms:modified xsi:type="dcterms:W3CDTF">2026-09-06T06:22:04.5250000Z</dcterms:modified>
</coreProperties>
</file>